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yourself, the company and the project in one line: a command line expense tracker built during a one month Python internship.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the programme was AICTE and ICAC approved and listed on the National Internship Portal.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problem before showing the solution: everyone tracks expenses badly, and every existing option has a real drawback.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objectives, all of them met by the finished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six commands quickly; the demo slide later shows the real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here ships with Python. That was a deliberate constraint so the project runs anywhere without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design rule: tracker.py never opens a file and never prints. That is what makes the logic testable.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Small decisions like these are what keep the summary correct.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small pieces of logic worth showing, plus the error handling that returns proper exit codes.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that failure cases were tested deliberately, not only the happy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real output. One command answers the question the whole project was built around.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 each challenge with what it taught you - that is what an evaluator is listening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Shows the project was designed to grow, not just finished.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learning, not the feature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3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600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0116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Expense Tracker CLI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30632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9D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command-line application in Python to record daily expenses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9D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see exactly where the money goes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68680" y="4114800"/>
            <a:ext cx="201168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389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Samvit Srivastava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4800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AFC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Developer Intern  ·  Codec Technologies India Pvt. Ltd.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AFC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July 2026 – 08 August 2026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5623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A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25SCS1003003064   ·   Section 2CSE3   ·   3rd Semester   ·   Session 2025-29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Internship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1-Month AICTE &amp; ICAC approved programme, National Internship Portal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508760"/>
          </a:xfrm>
          <a:prstGeom prst="roundRect">
            <a:avLst>
              <a:gd name="adj" fmla="val 7273"/>
            </a:avLst>
          </a:prstGeom>
          <a:solidFill>
            <a:srgbClr val="EDF3E7"/>
          </a:solidFill>
          <a:ln w="12700">
            <a:solidFill>
              <a:srgbClr val="EDF3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928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402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India Pvt. Ltd.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Chandivali IT Hub, Mumbai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09360" y="1691640"/>
            <a:ext cx="5440680" cy="1508760"/>
          </a:xfrm>
          <a:prstGeom prst="roundRect">
            <a:avLst>
              <a:gd name="adj" fmla="val 7273"/>
            </a:avLst>
          </a:prstGeom>
          <a:solidFill>
            <a:srgbClr val="EDF3E7"/>
          </a:solidFill>
          <a:ln w="12700">
            <a:solidFill>
              <a:srgbClr val="EDF3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29400" y="18928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2402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Developer Intern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(Project Intern)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5440680" cy="1508760"/>
          </a:xfrm>
          <a:prstGeom prst="roundRect">
            <a:avLst>
              <a:gd name="adj" fmla="val 7273"/>
            </a:avLst>
          </a:prstGeom>
          <a:solidFill>
            <a:srgbClr val="EDF3E7"/>
          </a:solidFill>
          <a:ln w="12700">
            <a:solidFill>
              <a:srgbClr val="EDF3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6758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0233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08/07/2026 – 08/08/2026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month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09360" y="3474720"/>
            <a:ext cx="5440680" cy="1508760"/>
          </a:xfrm>
          <a:prstGeom prst="roundRect">
            <a:avLst>
              <a:gd name="adj" fmla="val 7273"/>
            </a:avLst>
          </a:prstGeom>
          <a:solidFill>
            <a:srgbClr val="EDF3E7"/>
          </a:solidFill>
          <a:ln w="12700">
            <a:solidFill>
              <a:srgbClr val="EDF3E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29400" y="36758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40233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 India, Hybrid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to assigned Project Head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532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ID: CORPORATE6759d549ce59e1733940553      ·      NCS ID: E19E86-0116588288923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my money go this month?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766560" cy="658368"/>
          </a:xfrm>
          <a:prstGeom prst="roundRect">
            <a:avLst>
              <a:gd name="adj" fmla="val 16667"/>
            </a:avLst>
          </a:prstGeom>
          <a:solidFill>
            <a:srgbClr val="EDF3E7"/>
          </a:solidFill>
          <a:ln w="12700">
            <a:solidFill>
              <a:srgbClr val="EDF3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0992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Remembering it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200400" y="170992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Unreliable after a few days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96312"/>
            <a:ext cx="6766560" cy="658368"/>
          </a:xfrm>
          <a:prstGeom prst="roundRect">
            <a:avLst>
              <a:gd name="adj" fmla="val 16667"/>
            </a:avLst>
          </a:prstGeom>
          <a:solidFill>
            <a:srgbClr val="EDF3E7"/>
          </a:solidFill>
          <a:ln w="12700">
            <a:solidFill>
              <a:srgbClr val="EDF3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51460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app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200400" y="251460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totals, no categories, no filtering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00984"/>
            <a:ext cx="6766560" cy="658368"/>
          </a:xfrm>
          <a:prstGeom prst="roundRect">
            <a:avLst>
              <a:gd name="adj" fmla="val 16667"/>
            </a:avLst>
          </a:prstGeom>
          <a:solidFill>
            <a:srgbClr val="EDF3E7"/>
          </a:solidFill>
          <a:ln w="12700">
            <a:solidFill>
              <a:srgbClr val="EDF3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31927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331927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slow to open for a single Rs.40 entry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105656"/>
            <a:ext cx="6766560" cy="658368"/>
          </a:xfrm>
          <a:prstGeom prst="roundRect">
            <a:avLst>
              <a:gd name="adj" fmla="val 16667"/>
            </a:avLst>
          </a:prstGeom>
          <a:solidFill>
            <a:srgbClr val="EDF3E7"/>
          </a:solidFill>
          <a:ln w="12700">
            <a:solidFill>
              <a:srgbClr val="EDF3E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4123944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statement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200400" y="4123944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cash, unreadable category names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910328"/>
            <a:ext cx="6766560" cy="658368"/>
          </a:xfrm>
          <a:prstGeom prst="roundRect">
            <a:avLst>
              <a:gd name="adj" fmla="val 16667"/>
            </a:avLst>
          </a:prstGeom>
          <a:solidFill>
            <a:srgbClr val="EDF3E7"/>
          </a:solidFill>
          <a:ln w="12700">
            <a:solidFill>
              <a:srgbClr val="EDF3E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928616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200400" y="4928616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Ads, sign-ups, data on someone else's server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680960" y="1691640"/>
            <a:ext cx="3931920" cy="3931920"/>
          </a:xfrm>
          <a:prstGeom prst="roundRect">
            <a:avLst>
              <a:gd name="adj" fmla="val 2791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4672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fast, offline, zero-install tool where recording an expense is one short command — and the data stays in a plain file that belongs to the user.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719072"/>
            <a:ext cx="420624" cy="42062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6459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complete working application, not a set of exercises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2478024"/>
            <a:ext cx="420624" cy="42062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478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40487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logic, file handling and printing in separate modules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3236976"/>
            <a:ext cx="420624" cy="42062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3236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163824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user mistakes: bad amounts, dates, ids and a corrupt file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3995928"/>
            <a:ext cx="420624" cy="42062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995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92277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real command-line interface with sub-commands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4360" y="4754880"/>
            <a:ext cx="420624" cy="42062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4754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68172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 automated test suite that proves each part works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4360" y="5513832"/>
            <a:ext cx="420624" cy="42062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5513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54406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it so anyone can clone and run it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commands, one JSON file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EDF3E7"/>
          </a:solidFill>
          <a:ln w="12700">
            <a:solidFill>
              <a:srgbClr val="EDF3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29968"/>
            <a:ext cx="420624" cy="420624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3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0391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060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Amount, category, note and date — date defaults to today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EDF3E7"/>
          </a:solidFill>
          <a:ln w="12700">
            <a:solidFill>
              <a:srgbClr val="EDF3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2029968"/>
            <a:ext cx="420624" cy="420624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3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20391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6060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expenses, or filtered by category and month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173736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EDF3E7"/>
          </a:solidFill>
          <a:ln w="12700">
            <a:solidFill>
              <a:srgbClr val="EDF3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58200" y="2029968"/>
            <a:ext cx="420624" cy="420624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58200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3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006840" y="20391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26060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wrong entry by its id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EDF3E7"/>
          </a:solidFill>
          <a:ln w="12700">
            <a:solidFill>
              <a:srgbClr val="EDF3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4087368"/>
            <a:ext cx="420624" cy="420624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" y="4087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3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0965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6634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biggest expense, category and month breakdown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43400" y="379476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EDF3E7"/>
          </a:solidFill>
          <a:ln w="12700">
            <a:solidFill>
              <a:srgbClr val="EDF3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4087368"/>
            <a:ext cx="420624" cy="420624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63440" y="4087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3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212080" y="40965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4663440" y="46634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everything to CSV for Excel or Sheets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138160" y="379476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EDF3E7"/>
          </a:solidFill>
          <a:ln w="12700">
            <a:solidFill>
              <a:srgbClr val="EDF3E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58200" y="4087368"/>
            <a:ext cx="420624" cy="420624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458200" y="4087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3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006840" y="40965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8458200" y="46634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errors for bad amounts, dates and unknown ids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Used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Python 3.10+ — no third-party libraries at all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863840" cy="548640"/>
          </a:xfrm>
          <a:prstGeom prst="roundRect">
            <a:avLst>
              <a:gd name="adj" fmla="val 20000"/>
            </a:avLst>
          </a:prstGeom>
          <a:solidFill>
            <a:srgbClr val="EDF3E7"/>
          </a:solidFill>
          <a:ln w="12700">
            <a:solidFill>
              <a:srgbClr val="EDF3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834640" y="169164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 storage, no database setup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7863840" cy="548640"/>
          </a:xfrm>
          <a:prstGeom prst="roundRect">
            <a:avLst>
              <a:gd name="adj" fmla="val 20000"/>
            </a:avLst>
          </a:prstGeom>
          <a:solidFill>
            <a:srgbClr val="EDF3E7"/>
          </a:solidFill>
          <a:ln w="12700">
            <a:solidFill>
              <a:srgbClr val="EDF3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35000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argparse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235000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Sub-commands, help text and exit codes for free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008376"/>
            <a:ext cx="7863840" cy="548640"/>
          </a:xfrm>
          <a:prstGeom prst="roundRect">
            <a:avLst>
              <a:gd name="adj" fmla="val 20000"/>
            </a:avLst>
          </a:prstGeom>
          <a:solidFill>
            <a:srgbClr val="EDF3E7"/>
          </a:solidFill>
          <a:ln w="12700">
            <a:solidFill>
              <a:srgbClr val="EDF3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00837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datetime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3008376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YYYY-MM-DD and getting today's date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666744"/>
            <a:ext cx="7863840" cy="548640"/>
          </a:xfrm>
          <a:prstGeom prst="roundRect">
            <a:avLst>
              <a:gd name="adj" fmla="val 20000"/>
            </a:avLst>
          </a:prstGeom>
          <a:solidFill>
            <a:srgbClr val="EDF3E7"/>
          </a:solidFill>
          <a:ln w="12700">
            <a:solidFill>
              <a:srgbClr val="EDF3E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66674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834640" y="3666744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defaultdict for category and month totals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325112"/>
            <a:ext cx="7863840" cy="548640"/>
          </a:xfrm>
          <a:prstGeom prst="roundRect">
            <a:avLst>
              <a:gd name="adj" fmla="val 20000"/>
            </a:avLst>
          </a:prstGeom>
          <a:solidFill>
            <a:srgbClr val="EDF3E7"/>
          </a:solidFill>
          <a:ln w="12700">
            <a:solidFill>
              <a:srgbClr val="EDF3E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32511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csv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834640" y="4325112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DictWriter handles quoting and escaping correctly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983480"/>
            <a:ext cx="7863840" cy="548640"/>
          </a:xfrm>
          <a:prstGeom prst="roundRect">
            <a:avLst>
              <a:gd name="adj" fmla="val 20000"/>
            </a:avLst>
          </a:prstGeom>
          <a:solidFill>
            <a:srgbClr val="EDF3E7"/>
          </a:solidFill>
          <a:ln w="12700">
            <a:solidFill>
              <a:srgbClr val="EDF3E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49834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pathlib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2834640" y="498348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and safer than string paths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641848"/>
            <a:ext cx="7863840" cy="548640"/>
          </a:xfrm>
          <a:prstGeom prst="roundRect">
            <a:avLst>
              <a:gd name="adj" fmla="val 20000"/>
            </a:avLst>
          </a:prstGeom>
          <a:solidFill>
            <a:srgbClr val="EDF3E7"/>
          </a:solidFill>
          <a:ln w="12700">
            <a:solidFill>
              <a:srgbClr val="EDF3E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564184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unittest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834640" y="564184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with Python — keeps zero dependencies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778240" y="1691640"/>
            <a:ext cx="2834640" cy="2148840"/>
          </a:xfrm>
          <a:prstGeom prst="roundRect">
            <a:avLst>
              <a:gd name="adj" fmla="val 5106"/>
            </a:avLst>
          </a:prstGeom>
          <a:solidFill>
            <a:srgbClr val="18351C"/>
          </a:solidFill>
          <a:ln w="12700">
            <a:solidFill>
              <a:srgbClr val="18351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778240" y="19659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600" dirty="0"/>
          </a:p>
        </p:txBody>
      </p:sp>
      <p:sp>
        <p:nvSpPr>
          <p:cNvPr id="27" name="Text 25"/>
          <p:cNvSpPr txBox="1"/>
          <p:nvPr/>
        </p:nvSpPr>
        <p:spPr>
          <a:xfrm>
            <a:off x="8778240" y="29718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C9D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installs</a:t>
            </a:r>
            <a:endParaRPr lang="en-US" sz="14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C9D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778240" y="4023360"/>
            <a:ext cx="2834640" cy="2084832"/>
          </a:xfrm>
          <a:prstGeom prst="roundRect">
            <a:avLst>
              <a:gd name="adj" fmla="val 5263"/>
            </a:avLst>
          </a:prstGeom>
          <a:solidFill>
            <a:srgbClr val="EDF3E7"/>
          </a:solidFill>
          <a:ln w="12700">
            <a:solidFill>
              <a:srgbClr val="EDF3E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778240" y="42519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</a:t>
            </a:r>
            <a:endParaRPr lang="en-US" sz="4200" dirty="0"/>
          </a:p>
        </p:txBody>
      </p:sp>
      <p:sp>
        <p:nvSpPr>
          <p:cNvPr id="30" name="Text 28"/>
          <p:cNvSpPr txBox="1"/>
          <p:nvPr/>
        </p:nvSpPr>
        <p:spPr>
          <a:xfrm>
            <a:off x="8778240" y="50292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</a:t>
            </a:r>
            <a:endParaRPr lang="en-US" sz="14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4 modules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small modules, each with one job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206240" y="1645920"/>
            <a:ext cx="3749040" cy="914400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206240" y="1737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cli.py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2103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argparse · printing · exit codes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931920" y="2788920"/>
            <a:ext cx="429768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1920" y="2788920"/>
            <a:ext cx="0" cy="41148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229600" y="2788920"/>
            <a:ext cx="0" cy="41148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080760" y="2560320"/>
            <a:ext cx="0" cy="22860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0" y="324612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EDF3E7"/>
          </a:solidFill>
          <a:ln w="12700">
            <a:solidFill>
              <a:srgbClr val="EDF3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0312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storage.py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103120" y="37947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/ save the JSON file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 next id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324612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EDF3E7"/>
          </a:solidFill>
          <a:ln w="12700">
            <a:solidFill>
              <a:srgbClr val="EDF3E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tracker.py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37947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· delete · filter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 by category and month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931920" y="4617720"/>
            <a:ext cx="0" cy="45720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103120" y="5074920"/>
            <a:ext cx="3657600" cy="640080"/>
          </a:xfrm>
          <a:prstGeom prst="roundRect">
            <a:avLst>
              <a:gd name="adj" fmla="val 17143"/>
            </a:avLst>
          </a:prstGeom>
          <a:solidFill>
            <a:srgbClr val="18351C"/>
          </a:solidFill>
          <a:ln w="12700">
            <a:solidFill>
              <a:srgbClr val="18351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103120" y="50749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expenses.json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0" y="5074920"/>
            <a:ext cx="3657600" cy="640080"/>
          </a:xfrm>
          <a:prstGeom prst="roundRect">
            <a:avLst>
              <a:gd name="adj" fmla="val 17143"/>
            </a:avLst>
          </a:prstGeom>
          <a:solidFill>
            <a:srgbClr val="EDF3E7"/>
          </a:solidFill>
          <a:ln w="12700">
            <a:solidFill>
              <a:srgbClr val="EDF3E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0" y="50749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functions — no files, no printing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A Design Decision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expense is a dictionary; the file is a list of them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3291840"/>
          </a:xfrm>
          <a:prstGeom prst="roundRect">
            <a:avLst>
              <a:gd name="adj" fmla="val 3333"/>
            </a:avLst>
          </a:prstGeom>
          <a:solidFill>
            <a:srgbClr val="18351C"/>
          </a:solidFill>
          <a:ln w="12700">
            <a:solidFill>
              <a:srgbClr val="18351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7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7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"id": 1,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7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"amount": 6000.0,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7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"category": "rent",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7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"note": "monthly room rent",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7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"date": "2026-07-03"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7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92240" y="17830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dates are stored as text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233172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YYYY-MM-DD format the text sorts in the same order as the real dates.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a month needs no date parsing at all: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"2026-08-14".startswith("2026-08")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stays readable and editable by hand.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521208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EDF3E7"/>
          </a:solidFill>
          <a:ln w="12700">
            <a:solidFill>
              <a:srgbClr val="EDF3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521208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are trimmed and lowercased before saving — so "Food", " food " and "FOOD" never become three separate categories in the summary.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Highlights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Reusing deleted ids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486400" cy="1691640"/>
          </a:xfrm>
          <a:prstGeom prst="roundRect">
            <a:avLst>
              <a:gd name="adj" fmla="val 6486"/>
            </a:avLst>
          </a:prstGeom>
          <a:solidFill>
            <a:srgbClr val="18351C"/>
          </a:solidFill>
          <a:ln w="12700">
            <a:solidFill>
              <a:srgbClr val="18351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24028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7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next_id(expenses):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7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used = {e["id"] for e in expenses}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7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candidate = 1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7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candidate in used: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7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candidate += 1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7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candidate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8862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counter gives ugly ids like #47 in a list of five. Delete #2 and the next expense becomes #2 again.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bar chart with no libraries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309360" y="2103120"/>
            <a:ext cx="5303520" cy="1691640"/>
          </a:xfrm>
          <a:prstGeom prst="roundRect">
            <a:avLst>
              <a:gd name="adj" fmla="val 6486"/>
            </a:avLst>
          </a:prstGeom>
          <a:solidFill>
            <a:srgbClr val="18351C"/>
          </a:solidFill>
          <a:ln w="12700">
            <a:solidFill>
              <a:srgbClr val="18351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22402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 = "#" * max(1, round(value / peak * 20))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8803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rent        ####################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food        ####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stationery  #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38862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category is measured against the largest one. max(1, ...) keeps a tiny category visible instead of blank.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80060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EDF3E7"/>
          </a:solidFill>
          <a:ln w="12700">
            <a:solidFill>
              <a:srgbClr val="EDF3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4937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the user can understand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53035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C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-m expense_tracker delete 42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C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no expense with id 42        (exit code 1)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-m unittest discover -s tests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97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written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169164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82880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697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82880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697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52560" y="169164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EDF3E7"/>
          </a:solidFill>
          <a:ln w="12700">
            <a:solidFill>
              <a:srgbClr val="EDF3E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52560" y="182880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2697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modules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EDF3E7"/>
          </a:solidFill>
          <a:ln w="12700">
            <a:solidFill>
              <a:srgbClr val="EDF3E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37216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test_tracker.py — 19 tests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08736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Adding, default date, lowercasing, id reuse, all four validation errors, delete, filters, sorting, totals, grouping, empty lists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84632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EDF3E7"/>
          </a:solidFill>
          <a:ln w="12700">
            <a:solidFill>
              <a:srgbClr val="EDF3E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49560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test_storage_and_cli.py — 13 tests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532180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file, save/load round trip, corrupt JSON, and every CLI command end to end including exit codes and CSV export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test gets its own temporary directory, so no test ever touches the real expenses.json.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-m expense_tracker --file sample_expenses.json summary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949440" cy="4434840"/>
          </a:xfrm>
          <a:prstGeom prst="roundRect">
            <a:avLst>
              <a:gd name="adj" fmla="val 2474"/>
            </a:avLst>
          </a:prstGeom>
          <a:solidFill>
            <a:srgbClr val="18351C"/>
          </a:solidFill>
          <a:ln w="12700">
            <a:solidFill>
              <a:srgbClr val="18351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649224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7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spent : Rs.22,621.83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7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Entries     : 28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7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Biggest     : Rs.6,000.00 on rent (2026-07-03)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7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 CATEGORY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7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7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rent          Rs.12,000.00  53.0%  ####################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7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recharge       Rs.2,707.00  12.0%  #####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7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food           Rs.2,470.28  10.9%  ####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7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books          Rs.1,771.87   7.8%  ###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7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movies         Rs.1,628.84   7.2%  ###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7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travel         Rs.1,363.40   6.0%  ##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7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stationery       Rs.680.44   3.0%  #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7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 MONTH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7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7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2026-07       Rs.12,172.10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7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2026-08       Rs.10,449.73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818120" y="1645920"/>
            <a:ext cx="3794760" cy="2103120"/>
          </a:xfrm>
          <a:prstGeom prst="roundRect">
            <a:avLst>
              <a:gd name="adj" fmla="val 5217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18120" y="192024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7818120" y="278892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budget went to rent —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the tool was built to give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3977640"/>
            <a:ext cx="3794760" cy="2103120"/>
          </a:xfrm>
          <a:prstGeom prst="roundRect">
            <a:avLst>
              <a:gd name="adj" fmla="val 5217"/>
            </a:avLst>
          </a:prstGeom>
          <a:solidFill>
            <a:srgbClr val="EDF3E7"/>
          </a:solidFill>
          <a:ln w="12700">
            <a:solidFill>
              <a:srgbClr val="EDF3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38160" y="42062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8 functional requirements met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8920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· list · delete · summary · export · auto-save · validation · exit codes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Learnings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394960" cy="658368"/>
          </a:xfrm>
          <a:prstGeom prst="roundRect">
            <a:avLst>
              <a:gd name="adj" fmla="val 16667"/>
            </a:avLst>
          </a:prstGeom>
          <a:solidFill>
            <a:srgbClr val="EDF3E7"/>
          </a:solidFill>
          <a:ln w="12700">
            <a:solidFill>
              <a:srgbClr val="EDF3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category typed differently → trim and lowercase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5394960" cy="658368"/>
          </a:xfrm>
          <a:prstGeom prst="roundRect">
            <a:avLst>
              <a:gd name="adj" fmla="val 16667"/>
            </a:avLst>
          </a:prstGeom>
          <a:solidFill>
            <a:srgbClr val="EDF3E7"/>
          </a:solidFill>
          <a:ln w="12700">
            <a:solidFill>
              <a:srgbClr val="EDF3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92608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growing large after deletions → reuse the smallest free id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5394960" cy="658368"/>
          </a:xfrm>
          <a:prstGeom prst="roundRect">
            <a:avLst>
              <a:gd name="adj" fmla="val 16667"/>
            </a:avLst>
          </a:prstGeom>
          <a:solidFill>
            <a:srgbClr val="EDF3E7"/>
          </a:solidFill>
          <a:ln w="12700">
            <a:solidFill>
              <a:srgbClr val="EDF3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370332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Ugly traceback on a corrupt file → catch JSONDecodeError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480560"/>
            <a:ext cx="5394960" cy="658368"/>
          </a:xfrm>
          <a:prstGeom prst="roundRect">
            <a:avLst>
              <a:gd name="adj" fmla="val 16667"/>
            </a:avLst>
          </a:prstGeom>
          <a:solidFill>
            <a:srgbClr val="EDF3E7"/>
          </a:solidFill>
          <a:ln w="12700">
            <a:solidFill>
              <a:srgbClr val="EDF3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448056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overwriting real data → temporary directories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257800"/>
            <a:ext cx="5394960" cy="658368"/>
          </a:xfrm>
          <a:prstGeom prst="roundRect">
            <a:avLst>
              <a:gd name="adj" fmla="val 16667"/>
            </a:avLst>
          </a:prstGeom>
          <a:solidFill>
            <a:srgbClr val="EDF3E7"/>
          </a:solidFill>
          <a:ln w="12700">
            <a:solidFill>
              <a:srgbClr val="EDF3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525780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categories invisible in the chart → max(1, ...)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1645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learned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309360" y="2148840"/>
            <a:ext cx="5303520" cy="658368"/>
          </a:xfrm>
          <a:prstGeom prst="roundRect">
            <a:avLst>
              <a:gd name="adj" fmla="val 16667"/>
            </a:avLst>
          </a:prstGeom>
          <a:solidFill>
            <a:srgbClr val="E4EEDA"/>
          </a:solidFill>
          <a:ln w="12700">
            <a:solidFill>
              <a:srgbClr val="E4EED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29400" y="214884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a program into modules by responsibility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2926080"/>
            <a:ext cx="5303520" cy="658368"/>
          </a:xfrm>
          <a:prstGeom prst="roundRect">
            <a:avLst>
              <a:gd name="adj" fmla="val 16667"/>
            </a:avLst>
          </a:prstGeom>
          <a:solidFill>
            <a:srgbClr val="E4EEDA"/>
          </a:solidFill>
          <a:ln w="12700">
            <a:solidFill>
              <a:srgbClr val="E4EED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29400" y="292608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real CLI with argparse sub-commands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3703320"/>
            <a:ext cx="5303520" cy="658368"/>
          </a:xfrm>
          <a:prstGeom prst="roundRect">
            <a:avLst>
              <a:gd name="adj" fmla="val 16667"/>
            </a:avLst>
          </a:prstGeom>
          <a:solidFill>
            <a:srgbClr val="E4EEDA"/>
          </a:solidFill>
          <a:ln w="12700">
            <a:solidFill>
              <a:srgbClr val="E4EED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29400" y="370332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writing JSON, and handling a broken file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360" y="4480560"/>
            <a:ext cx="5303520" cy="658368"/>
          </a:xfrm>
          <a:prstGeom prst="roundRect">
            <a:avLst>
              <a:gd name="adj" fmla="val 16667"/>
            </a:avLst>
          </a:prstGeom>
          <a:solidFill>
            <a:srgbClr val="E4EEDA"/>
          </a:solidFill>
          <a:ln w="12700">
            <a:solidFill>
              <a:srgbClr val="E4EED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29400" y="448056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data with dictionaries and defaultdict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09360" y="5257800"/>
            <a:ext cx="5303520" cy="658368"/>
          </a:xfrm>
          <a:prstGeom prst="roundRect">
            <a:avLst>
              <a:gd name="adj" fmla="val 16667"/>
            </a:avLst>
          </a:prstGeom>
          <a:solidFill>
            <a:srgbClr val="E4EEDA"/>
          </a:solidFill>
          <a:ln w="12700">
            <a:solidFill>
              <a:srgbClr val="E4EED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29400" y="525780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failures, not just the happy path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EDF3E7"/>
          </a:solidFill>
          <a:ln w="12700">
            <a:solidFill>
              <a:srgbClr val="EDF3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2148840"/>
            <a:ext cx="420624" cy="42062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9659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limits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3591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 when a category crosses its monthly limit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73736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EDF3E7"/>
          </a:solidFill>
          <a:ln w="12700">
            <a:solidFill>
              <a:srgbClr val="EDF3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29400" y="2148840"/>
            <a:ext cx="420624" cy="42062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29400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19659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 command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23591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an expense instead of delete and re-add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EDF3E7"/>
          </a:solidFill>
          <a:ln w="12700">
            <a:solidFill>
              <a:srgbClr val="EDF3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3611880"/>
            <a:ext cx="420624" cy="42062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3611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4290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82219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expenses by text in the note field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320040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EDF3E7"/>
          </a:solidFill>
          <a:ln w="12700">
            <a:solidFill>
              <a:srgbClr val="EDF3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29400" y="3611880"/>
            <a:ext cx="420624" cy="42062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29400" y="3611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34290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Charts as images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382219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graphs beside the text bar chart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66344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EDF3E7"/>
          </a:solidFill>
          <a:ln w="12700">
            <a:solidFill>
              <a:srgbClr val="EDF3E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" y="5074920"/>
            <a:ext cx="420624" cy="42062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8680" y="5074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463040" y="48920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 storage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1463040" y="52852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filtering once the file grows large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09360" y="466344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EDF3E7"/>
          </a:solidFill>
          <a:ln w="12700">
            <a:solidFill>
              <a:srgbClr val="EDF3E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29400" y="5074920"/>
            <a:ext cx="420624" cy="42062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29400" y="5074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223760" y="48920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or GUI front-end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7223760" y="52852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Reusing the same tracker.py functions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83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63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7452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command to record.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command to understand.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34290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9D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matters, but the habits matter more — separating logic from input and output, validating at the boundary, and writing tests that cover the failures as well as the successes.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68680" y="4663440"/>
            <a:ext cx="201168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892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5394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Samvit Srivastava   ·   Roll No. 25SCS1003003064   ·   Section 2CSE3   ·   3rd Semester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Expense Tracker CLI - Internship Project</dc:title>
  <dc:subject>PptxGenJS Presentation</dc:subject>
  <dc:creator>Samvit Srivastava</dc:creator>
  <cp:lastModifiedBy>Samvit Srivastava</cp:lastModifiedBy>
  <cp:revision>1</cp:revision>
  <dcterms:created xsi:type="dcterms:W3CDTF">2026-09-08T18:54:54Z</dcterms:created>
  <dcterms:modified xsi:type="dcterms:W3CDTF">2026-09-08T18:54:54Z</dcterms:modified>
</cp:coreProperties>
</file>